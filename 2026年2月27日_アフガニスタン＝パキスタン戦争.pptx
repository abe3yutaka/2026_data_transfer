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6" r:id="rId2"/>
    <p:sldId id="257" r:id="rId3"/>
    <p:sldId id="258" r:id="rId4"/>
    <p:sldId id="3955" r:id="rId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4660"/>
  </p:normalViewPr>
  <p:slideViewPr>
    <p:cSldViewPr snapToGrid="0">
      <p:cViewPr varScale="1">
        <p:scale>
          <a:sx n="104" d="100"/>
          <a:sy n="104" d="100"/>
        </p:scale>
        <p:origin x="75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F372B4-956D-4D62-A8F1-44B1D198C06F}" type="datetimeFigureOut">
              <a:rPr kumimoji="1" lang="ja-JP" altLang="en-US" smtClean="0"/>
              <a:t>2026/2/28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BECB95-72C4-4DAE-84E7-8E7FE11DD7A5}" type="slidenum">
              <a:rPr kumimoji="1" lang="ja-JP" altLang="en-US" smtClean="0"/>
              <a:t>‹#›</a:t>
            </a:fld>
            <a:endParaRPr kumimoji="1" lang="ja-JP" altLang="en-US"/>
          </a:p>
        </p:txBody>
      </p:sp>
    </p:spTree>
    <p:extLst>
      <p:ext uri="{BB962C8B-B14F-4D97-AF65-F5344CB8AC3E}">
        <p14:creationId xmlns:p14="http://schemas.microsoft.com/office/powerpoint/2010/main" val="271296862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D22A3-7AB3-6B24-700B-EEF047818F4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DB10246-007E-2A98-2169-A060BE48580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B0EAFBD-4F5D-65E7-151D-FDDC8FB9C9E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F2BB33A-C798-645B-C225-01F6B6724BBA}"/>
              </a:ext>
            </a:extLst>
          </p:cNvPr>
          <p:cNvSpPr>
            <a:spLocks noGrp="1"/>
          </p:cNvSpPr>
          <p:nvPr>
            <p:ph type="sldNum" sz="quarter" idx="5"/>
          </p:nvPr>
        </p:nvSpPr>
        <p:spPr/>
        <p:txBody>
          <a:bodyPr/>
          <a:lstStyle/>
          <a:p>
            <a:fld id="{58098BDA-2FA6-4686-8930-16C95312BBD8}" type="slidenum">
              <a:rPr kumimoji="1" lang="ja-JP" altLang="en-US" smtClean="0"/>
              <a:t>4</a:t>
            </a:fld>
            <a:endParaRPr kumimoji="1" lang="ja-JP" altLang="en-US"/>
          </a:p>
        </p:txBody>
      </p:sp>
    </p:spTree>
    <p:extLst>
      <p:ext uri="{BB962C8B-B14F-4D97-AF65-F5344CB8AC3E}">
        <p14:creationId xmlns:p14="http://schemas.microsoft.com/office/powerpoint/2010/main" val="25930747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159E4E-D33C-245A-509D-A0097A24C8D8}"/>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6C00BF1-CD88-8D21-AC6F-6874E8014F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EA489572-50AE-0F60-412E-2086A4F9B4AA}"/>
              </a:ext>
            </a:extLst>
          </p:cNvPr>
          <p:cNvSpPr>
            <a:spLocks noGrp="1"/>
          </p:cNvSpPr>
          <p:nvPr>
            <p:ph type="dt" sz="half" idx="10"/>
          </p:nvPr>
        </p:nvSpPr>
        <p:spPr/>
        <p:txBody>
          <a:bodyPr/>
          <a:lstStyle/>
          <a:p>
            <a:fld id="{59121A47-B0B9-4888-BD33-4056172F0E4E}" type="datetimeFigureOut">
              <a:rPr kumimoji="1" lang="ja-JP" altLang="en-US" smtClean="0"/>
              <a:t>2026/2/28</a:t>
            </a:fld>
            <a:endParaRPr kumimoji="1" lang="ja-JP" altLang="en-US"/>
          </a:p>
        </p:txBody>
      </p:sp>
      <p:sp>
        <p:nvSpPr>
          <p:cNvPr id="5" name="フッター プレースホルダー 4">
            <a:extLst>
              <a:ext uri="{FF2B5EF4-FFF2-40B4-BE49-F238E27FC236}">
                <a16:creationId xmlns:a16="http://schemas.microsoft.com/office/drawing/2014/main" id="{F61831A5-00BB-36BB-71B3-65516ADB4C1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8730758-B55C-E02B-7DFB-21734B27A144}"/>
              </a:ext>
            </a:extLst>
          </p:cNvPr>
          <p:cNvSpPr>
            <a:spLocks noGrp="1"/>
          </p:cNvSpPr>
          <p:nvPr>
            <p:ph type="sldNum" sz="quarter" idx="12"/>
          </p:nvPr>
        </p:nvSpPr>
        <p:spPr/>
        <p:txBody>
          <a:bodyPr/>
          <a:lstStyle/>
          <a:p>
            <a:fld id="{D504CAD4-9D8A-4F48-8B48-0754BD322F7C}" type="slidenum">
              <a:rPr kumimoji="1" lang="ja-JP" altLang="en-US" smtClean="0"/>
              <a:t>‹#›</a:t>
            </a:fld>
            <a:endParaRPr kumimoji="1" lang="ja-JP" altLang="en-US"/>
          </a:p>
        </p:txBody>
      </p:sp>
    </p:spTree>
    <p:extLst>
      <p:ext uri="{BB962C8B-B14F-4D97-AF65-F5344CB8AC3E}">
        <p14:creationId xmlns:p14="http://schemas.microsoft.com/office/powerpoint/2010/main" val="3153559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4B7D18B-78F9-389A-43A2-1D8E7E26F93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7697AC5-2226-48AA-D578-EC7E61EFD2DA}"/>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9929CF9-7665-ADAC-DA5D-AF51C7970228}"/>
              </a:ext>
            </a:extLst>
          </p:cNvPr>
          <p:cNvSpPr>
            <a:spLocks noGrp="1"/>
          </p:cNvSpPr>
          <p:nvPr>
            <p:ph type="dt" sz="half" idx="10"/>
          </p:nvPr>
        </p:nvSpPr>
        <p:spPr/>
        <p:txBody>
          <a:bodyPr/>
          <a:lstStyle/>
          <a:p>
            <a:fld id="{59121A47-B0B9-4888-BD33-4056172F0E4E}" type="datetimeFigureOut">
              <a:rPr kumimoji="1" lang="ja-JP" altLang="en-US" smtClean="0"/>
              <a:t>2026/2/28</a:t>
            </a:fld>
            <a:endParaRPr kumimoji="1" lang="ja-JP" altLang="en-US"/>
          </a:p>
        </p:txBody>
      </p:sp>
      <p:sp>
        <p:nvSpPr>
          <p:cNvPr id="5" name="フッター プレースホルダー 4">
            <a:extLst>
              <a:ext uri="{FF2B5EF4-FFF2-40B4-BE49-F238E27FC236}">
                <a16:creationId xmlns:a16="http://schemas.microsoft.com/office/drawing/2014/main" id="{4BD64C7D-60A9-E203-1A92-1E623C12482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DE44E35-F838-1AD2-24AF-8F41A8C4C2A3}"/>
              </a:ext>
            </a:extLst>
          </p:cNvPr>
          <p:cNvSpPr>
            <a:spLocks noGrp="1"/>
          </p:cNvSpPr>
          <p:nvPr>
            <p:ph type="sldNum" sz="quarter" idx="12"/>
          </p:nvPr>
        </p:nvSpPr>
        <p:spPr/>
        <p:txBody>
          <a:bodyPr/>
          <a:lstStyle/>
          <a:p>
            <a:fld id="{D504CAD4-9D8A-4F48-8B48-0754BD322F7C}" type="slidenum">
              <a:rPr kumimoji="1" lang="ja-JP" altLang="en-US" smtClean="0"/>
              <a:t>‹#›</a:t>
            </a:fld>
            <a:endParaRPr kumimoji="1" lang="ja-JP" altLang="en-US"/>
          </a:p>
        </p:txBody>
      </p:sp>
    </p:spTree>
    <p:extLst>
      <p:ext uri="{BB962C8B-B14F-4D97-AF65-F5344CB8AC3E}">
        <p14:creationId xmlns:p14="http://schemas.microsoft.com/office/powerpoint/2010/main" val="5840973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0AC2050-E729-6778-2384-EC02567E1E4D}"/>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AF70B09-854C-1CA4-77B6-4B9BD9A4DF0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A98FB46F-5726-0656-556E-8ACF1CCC1E6D}"/>
              </a:ext>
            </a:extLst>
          </p:cNvPr>
          <p:cNvSpPr>
            <a:spLocks noGrp="1"/>
          </p:cNvSpPr>
          <p:nvPr>
            <p:ph type="dt" sz="half" idx="10"/>
          </p:nvPr>
        </p:nvSpPr>
        <p:spPr/>
        <p:txBody>
          <a:bodyPr/>
          <a:lstStyle/>
          <a:p>
            <a:fld id="{59121A47-B0B9-4888-BD33-4056172F0E4E}" type="datetimeFigureOut">
              <a:rPr kumimoji="1" lang="ja-JP" altLang="en-US" smtClean="0"/>
              <a:t>2026/2/28</a:t>
            </a:fld>
            <a:endParaRPr kumimoji="1" lang="ja-JP" altLang="en-US"/>
          </a:p>
        </p:txBody>
      </p:sp>
      <p:sp>
        <p:nvSpPr>
          <p:cNvPr id="5" name="フッター プレースホルダー 4">
            <a:extLst>
              <a:ext uri="{FF2B5EF4-FFF2-40B4-BE49-F238E27FC236}">
                <a16:creationId xmlns:a16="http://schemas.microsoft.com/office/drawing/2014/main" id="{78193372-17D9-3EB6-309E-22233A59750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47548BA-6D67-1BBA-EA18-250A789A4680}"/>
              </a:ext>
            </a:extLst>
          </p:cNvPr>
          <p:cNvSpPr>
            <a:spLocks noGrp="1"/>
          </p:cNvSpPr>
          <p:nvPr>
            <p:ph type="sldNum" sz="quarter" idx="12"/>
          </p:nvPr>
        </p:nvSpPr>
        <p:spPr/>
        <p:txBody>
          <a:bodyPr/>
          <a:lstStyle/>
          <a:p>
            <a:fld id="{D504CAD4-9D8A-4F48-8B48-0754BD322F7C}" type="slidenum">
              <a:rPr kumimoji="1" lang="ja-JP" altLang="en-US" smtClean="0"/>
              <a:t>‹#›</a:t>
            </a:fld>
            <a:endParaRPr kumimoji="1" lang="ja-JP" altLang="en-US"/>
          </a:p>
        </p:txBody>
      </p:sp>
    </p:spTree>
    <p:extLst>
      <p:ext uri="{BB962C8B-B14F-4D97-AF65-F5344CB8AC3E}">
        <p14:creationId xmlns:p14="http://schemas.microsoft.com/office/powerpoint/2010/main" val="41696430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5A4B81-FC16-A601-93CD-868DEB364826}"/>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D034A49-D858-5C3A-1979-867F26BC59D9}"/>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55CA50A2-60EB-9473-5C8E-887E6E75DEA4}"/>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0BE4FFE7-7817-D42C-16B4-2AB01C4E0ED5}"/>
              </a:ext>
            </a:extLst>
          </p:cNvPr>
          <p:cNvSpPr>
            <a:spLocks noGrp="1"/>
          </p:cNvSpPr>
          <p:nvPr>
            <p:ph type="dt" sz="half" idx="10"/>
          </p:nvPr>
        </p:nvSpPr>
        <p:spPr/>
        <p:txBody>
          <a:bodyPr/>
          <a:lstStyle/>
          <a:p>
            <a:fld id="{59121A47-B0B9-4888-BD33-4056172F0E4E}" type="datetimeFigureOut">
              <a:rPr kumimoji="1" lang="ja-JP" altLang="en-US" smtClean="0"/>
              <a:t>2026/2/28</a:t>
            </a:fld>
            <a:endParaRPr kumimoji="1" lang="ja-JP" altLang="en-US"/>
          </a:p>
        </p:txBody>
      </p:sp>
      <p:sp>
        <p:nvSpPr>
          <p:cNvPr id="6" name="フッター プレースホルダー 5">
            <a:extLst>
              <a:ext uri="{FF2B5EF4-FFF2-40B4-BE49-F238E27FC236}">
                <a16:creationId xmlns:a16="http://schemas.microsoft.com/office/drawing/2014/main" id="{F1E74AE1-5311-BA26-7D11-A9FAF387445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C011538-C613-9B29-8F8D-7CFDEFD14CEC}"/>
              </a:ext>
            </a:extLst>
          </p:cNvPr>
          <p:cNvSpPr>
            <a:spLocks noGrp="1"/>
          </p:cNvSpPr>
          <p:nvPr>
            <p:ph type="sldNum" sz="quarter" idx="12"/>
          </p:nvPr>
        </p:nvSpPr>
        <p:spPr/>
        <p:txBody>
          <a:bodyPr/>
          <a:lstStyle/>
          <a:p>
            <a:fld id="{D504CAD4-9D8A-4F48-8B48-0754BD322F7C}" type="slidenum">
              <a:rPr kumimoji="1" lang="ja-JP" altLang="en-US" smtClean="0"/>
              <a:t>‹#›</a:t>
            </a:fld>
            <a:endParaRPr kumimoji="1" lang="ja-JP" altLang="en-US"/>
          </a:p>
        </p:txBody>
      </p:sp>
    </p:spTree>
    <p:extLst>
      <p:ext uri="{BB962C8B-B14F-4D97-AF65-F5344CB8AC3E}">
        <p14:creationId xmlns:p14="http://schemas.microsoft.com/office/powerpoint/2010/main" val="33371105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FB8697B-1A51-C098-F621-48D451D7FBAE}"/>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2CFA4E4-F1D8-E41C-1BAB-641B72C7AF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60DF1C7-A9B6-8D02-CCE4-55F5DAFD7531}"/>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3D47D380-E5E2-530F-892E-4AF2E19953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7AADFFE4-C504-EE49-78CE-009EBD78C1F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5466BA2-0567-6682-E25F-C13393A72049}"/>
              </a:ext>
            </a:extLst>
          </p:cNvPr>
          <p:cNvSpPr>
            <a:spLocks noGrp="1"/>
          </p:cNvSpPr>
          <p:nvPr>
            <p:ph type="dt" sz="half" idx="10"/>
          </p:nvPr>
        </p:nvSpPr>
        <p:spPr/>
        <p:txBody>
          <a:bodyPr/>
          <a:lstStyle/>
          <a:p>
            <a:fld id="{59121A47-B0B9-4888-BD33-4056172F0E4E}" type="datetimeFigureOut">
              <a:rPr kumimoji="1" lang="ja-JP" altLang="en-US" smtClean="0"/>
              <a:t>2026/2/28</a:t>
            </a:fld>
            <a:endParaRPr kumimoji="1" lang="ja-JP" altLang="en-US"/>
          </a:p>
        </p:txBody>
      </p:sp>
      <p:sp>
        <p:nvSpPr>
          <p:cNvPr id="8" name="フッター プレースホルダー 7">
            <a:extLst>
              <a:ext uri="{FF2B5EF4-FFF2-40B4-BE49-F238E27FC236}">
                <a16:creationId xmlns:a16="http://schemas.microsoft.com/office/drawing/2014/main" id="{E4DB5FED-E8BB-AE5C-253C-94572B836148}"/>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3C34CE61-3DB0-2FA6-1FEA-DA670B7DAC12}"/>
              </a:ext>
            </a:extLst>
          </p:cNvPr>
          <p:cNvSpPr>
            <a:spLocks noGrp="1"/>
          </p:cNvSpPr>
          <p:nvPr>
            <p:ph type="sldNum" sz="quarter" idx="12"/>
          </p:nvPr>
        </p:nvSpPr>
        <p:spPr/>
        <p:txBody>
          <a:bodyPr/>
          <a:lstStyle/>
          <a:p>
            <a:fld id="{D504CAD4-9D8A-4F48-8B48-0754BD322F7C}" type="slidenum">
              <a:rPr kumimoji="1" lang="ja-JP" altLang="en-US" smtClean="0"/>
              <a:t>‹#›</a:t>
            </a:fld>
            <a:endParaRPr kumimoji="1" lang="ja-JP" altLang="en-US"/>
          </a:p>
        </p:txBody>
      </p:sp>
    </p:spTree>
    <p:extLst>
      <p:ext uri="{BB962C8B-B14F-4D97-AF65-F5344CB8AC3E}">
        <p14:creationId xmlns:p14="http://schemas.microsoft.com/office/powerpoint/2010/main" val="17158544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DA7491-991E-1D71-5E61-17A0158B4FF6}"/>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C1B194A1-9F6E-22A8-7C2F-056E90902E1A}"/>
              </a:ext>
            </a:extLst>
          </p:cNvPr>
          <p:cNvSpPr>
            <a:spLocks noGrp="1"/>
          </p:cNvSpPr>
          <p:nvPr>
            <p:ph type="dt" sz="half" idx="10"/>
          </p:nvPr>
        </p:nvSpPr>
        <p:spPr/>
        <p:txBody>
          <a:bodyPr/>
          <a:lstStyle/>
          <a:p>
            <a:fld id="{59121A47-B0B9-4888-BD33-4056172F0E4E}" type="datetimeFigureOut">
              <a:rPr kumimoji="1" lang="ja-JP" altLang="en-US" smtClean="0"/>
              <a:t>2026/2/28</a:t>
            </a:fld>
            <a:endParaRPr kumimoji="1" lang="ja-JP" altLang="en-US"/>
          </a:p>
        </p:txBody>
      </p:sp>
      <p:sp>
        <p:nvSpPr>
          <p:cNvPr id="4" name="フッター プレースホルダー 3">
            <a:extLst>
              <a:ext uri="{FF2B5EF4-FFF2-40B4-BE49-F238E27FC236}">
                <a16:creationId xmlns:a16="http://schemas.microsoft.com/office/drawing/2014/main" id="{61EF542F-8E17-A30B-3911-B8ACDEB40333}"/>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63A1199D-8056-DBD3-972A-C3F36AFB85F6}"/>
              </a:ext>
            </a:extLst>
          </p:cNvPr>
          <p:cNvSpPr>
            <a:spLocks noGrp="1"/>
          </p:cNvSpPr>
          <p:nvPr>
            <p:ph type="sldNum" sz="quarter" idx="12"/>
          </p:nvPr>
        </p:nvSpPr>
        <p:spPr/>
        <p:txBody>
          <a:bodyPr/>
          <a:lstStyle/>
          <a:p>
            <a:fld id="{D504CAD4-9D8A-4F48-8B48-0754BD322F7C}" type="slidenum">
              <a:rPr kumimoji="1" lang="ja-JP" altLang="en-US" smtClean="0"/>
              <a:t>‹#›</a:t>
            </a:fld>
            <a:endParaRPr kumimoji="1" lang="ja-JP" altLang="en-US"/>
          </a:p>
        </p:txBody>
      </p:sp>
    </p:spTree>
    <p:extLst>
      <p:ext uri="{BB962C8B-B14F-4D97-AF65-F5344CB8AC3E}">
        <p14:creationId xmlns:p14="http://schemas.microsoft.com/office/powerpoint/2010/main" val="934572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3E302BC-F9CB-2221-D2D8-1EEED8568160}"/>
              </a:ext>
            </a:extLst>
          </p:cNvPr>
          <p:cNvSpPr>
            <a:spLocks noGrp="1"/>
          </p:cNvSpPr>
          <p:nvPr>
            <p:ph type="dt" sz="half" idx="10"/>
          </p:nvPr>
        </p:nvSpPr>
        <p:spPr/>
        <p:txBody>
          <a:bodyPr/>
          <a:lstStyle/>
          <a:p>
            <a:fld id="{59121A47-B0B9-4888-BD33-4056172F0E4E}" type="datetimeFigureOut">
              <a:rPr kumimoji="1" lang="ja-JP" altLang="en-US" smtClean="0"/>
              <a:t>2026/2/28</a:t>
            </a:fld>
            <a:endParaRPr kumimoji="1" lang="ja-JP" altLang="en-US"/>
          </a:p>
        </p:txBody>
      </p:sp>
      <p:sp>
        <p:nvSpPr>
          <p:cNvPr id="3" name="フッター プレースホルダー 2">
            <a:extLst>
              <a:ext uri="{FF2B5EF4-FFF2-40B4-BE49-F238E27FC236}">
                <a16:creationId xmlns:a16="http://schemas.microsoft.com/office/drawing/2014/main" id="{BD4254BF-DF60-0CA2-BB70-C19E728AD239}"/>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E82FC05-C921-B254-2ED4-17DBE1100A61}"/>
              </a:ext>
            </a:extLst>
          </p:cNvPr>
          <p:cNvSpPr>
            <a:spLocks noGrp="1"/>
          </p:cNvSpPr>
          <p:nvPr>
            <p:ph type="sldNum" sz="quarter" idx="12"/>
          </p:nvPr>
        </p:nvSpPr>
        <p:spPr/>
        <p:txBody>
          <a:bodyPr/>
          <a:lstStyle/>
          <a:p>
            <a:fld id="{D504CAD4-9D8A-4F48-8B48-0754BD322F7C}" type="slidenum">
              <a:rPr kumimoji="1" lang="ja-JP" altLang="en-US" smtClean="0"/>
              <a:t>‹#›</a:t>
            </a:fld>
            <a:endParaRPr kumimoji="1" lang="ja-JP" altLang="en-US"/>
          </a:p>
        </p:txBody>
      </p:sp>
    </p:spTree>
    <p:extLst>
      <p:ext uri="{BB962C8B-B14F-4D97-AF65-F5344CB8AC3E}">
        <p14:creationId xmlns:p14="http://schemas.microsoft.com/office/powerpoint/2010/main" val="3476871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F0506A-3C13-D030-5A8F-0F25DFE9813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47A1841-DC4F-7548-D821-786837F33B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BBD846B7-6D3F-C1D9-49A0-6D199B7680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89A3A84-5DCC-A5CA-DBB2-C201E08CEA38}"/>
              </a:ext>
            </a:extLst>
          </p:cNvPr>
          <p:cNvSpPr>
            <a:spLocks noGrp="1"/>
          </p:cNvSpPr>
          <p:nvPr>
            <p:ph type="dt" sz="half" idx="10"/>
          </p:nvPr>
        </p:nvSpPr>
        <p:spPr/>
        <p:txBody>
          <a:bodyPr/>
          <a:lstStyle/>
          <a:p>
            <a:fld id="{59121A47-B0B9-4888-BD33-4056172F0E4E}" type="datetimeFigureOut">
              <a:rPr kumimoji="1" lang="ja-JP" altLang="en-US" smtClean="0"/>
              <a:t>2026/2/28</a:t>
            </a:fld>
            <a:endParaRPr kumimoji="1" lang="ja-JP" altLang="en-US"/>
          </a:p>
        </p:txBody>
      </p:sp>
      <p:sp>
        <p:nvSpPr>
          <p:cNvPr id="6" name="フッター プレースホルダー 5">
            <a:extLst>
              <a:ext uri="{FF2B5EF4-FFF2-40B4-BE49-F238E27FC236}">
                <a16:creationId xmlns:a16="http://schemas.microsoft.com/office/drawing/2014/main" id="{47BDC6F1-9F05-5817-FD3D-BA619D56E3B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DBB47D6-0146-91CB-5E23-322EC1990F3B}"/>
              </a:ext>
            </a:extLst>
          </p:cNvPr>
          <p:cNvSpPr>
            <a:spLocks noGrp="1"/>
          </p:cNvSpPr>
          <p:nvPr>
            <p:ph type="sldNum" sz="quarter" idx="12"/>
          </p:nvPr>
        </p:nvSpPr>
        <p:spPr/>
        <p:txBody>
          <a:bodyPr/>
          <a:lstStyle/>
          <a:p>
            <a:fld id="{D504CAD4-9D8A-4F48-8B48-0754BD322F7C}" type="slidenum">
              <a:rPr kumimoji="1" lang="ja-JP" altLang="en-US" smtClean="0"/>
              <a:t>‹#›</a:t>
            </a:fld>
            <a:endParaRPr kumimoji="1" lang="ja-JP" altLang="en-US"/>
          </a:p>
        </p:txBody>
      </p:sp>
    </p:spTree>
    <p:extLst>
      <p:ext uri="{BB962C8B-B14F-4D97-AF65-F5344CB8AC3E}">
        <p14:creationId xmlns:p14="http://schemas.microsoft.com/office/powerpoint/2010/main" val="40756107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99A9C6-DE23-7CD6-C62C-328DADED51D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04807128-CF93-F7AE-6966-B45410053B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8BABA8FC-9B39-EA76-8EF4-09F47A227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76412B7-6390-8F64-B695-5BA230EB7560}"/>
              </a:ext>
            </a:extLst>
          </p:cNvPr>
          <p:cNvSpPr>
            <a:spLocks noGrp="1"/>
          </p:cNvSpPr>
          <p:nvPr>
            <p:ph type="dt" sz="half" idx="10"/>
          </p:nvPr>
        </p:nvSpPr>
        <p:spPr/>
        <p:txBody>
          <a:bodyPr/>
          <a:lstStyle/>
          <a:p>
            <a:fld id="{59121A47-B0B9-4888-BD33-4056172F0E4E}" type="datetimeFigureOut">
              <a:rPr kumimoji="1" lang="ja-JP" altLang="en-US" smtClean="0"/>
              <a:t>2026/2/28</a:t>
            </a:fld>
            <a:endParaRPr kumimoji="1" lang="ja-JP" altLang="en-US"/>
          </a:p>
        </p:txBody>
      </p:sp>
      <p:sp>
        <p:nvSpPr>
          <p:cNvPr id="6" name="フッター プレースホルダー 5">
            <a:extLst>
              <a:ext uri="{FF2B5EF4-FFF2-40B4-BE49-F238E27FC236}">
                <a16:creationId xmlns:a16="http://schemas.microsoft.com/office/drawing/2014/main" id="{C3761C92-D5A3-43A7-F83D-F078C8D44D2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FE483BD-4210-2195-2190-E5E17A0A9505}"/>
              </a:ext>
            </a:extLst>
          </p:cNvPr>
          <p:cNvSpPr>
            <a:spLocks noGrp="1"/>
          </p:cNvSpPr>
          <p:nvPr>
            <p:ph type="sldNum" sz="quarter" idx="12"/>
          </p:nvPr>
        </p:nvSpPr>
        <p:spPr/>
        <p:txBody>
          <a:bodyPr/>
          <a:lstStyle/>
          <a:p>
            <a:fld id="{D504CAD4-9D8A-4F48-8B48-0754BD322F7C}" type="slidenum">
              <a:rPr kumimoji="1" lang="ja-JP" altLang="en-US" smtClean="0"/>
              <a:t>‹#›</a:t>
            </a:fld>
            <a:endParaRPr kumimoji="1" lang="ja-JP" altLang="en-US"/>
          </a:p>
        </p:txBody>
      </p:sp>
    </p:spTree>
    <p:extLst>
      <p:ext uri="{BB962C8B-B14F-4D97-AF65-F5344CB8AC3E}">
        <p14:creationId xmlns:p14="http://schemas.microsoft.com/office/powerpoint/2010/main" val="6221384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4121F06-A1A7-9170-CB03-E816E0D2EB03}"/>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21707A5-0EE1-513B-75F8-D9607735B716}"/>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58859F3-CD38-94B6-EB5D-80A9A7BCEF0F}"/>
              </a:ext>
            </a:extLst>
          </p:cNvPr>
          <p:cNvSpPr>
            <a:spLocks noGrp="1"/>
          </p:cNvSpPr>
          <p:nvPr>
            <p:ph type="dt" sz="half" idx="10"/>
          </p:nvPr>
        </p:nvSpPr>
        <p:spPr/>
        <p:txBody>
          <a:bodyPr/>
          <a:lstStyle/>
          <a:p>
            <a:fld id="{59121A47-B0B9-4888-BD33-4056172F0E4E}" type="datetimeFigureOut">
              <a:rPr kumimoji="1" lang="ja-JP" altLang="en-US" smtClean="0"/>
              <a:t>2026/2/28</a:t>
            </a:fld>
            <a:endParaRPr kumimoji="1" lang="ja-JP" altLang="en-US"/>
          </a:p>
        </p:txBody>
      </p:sp>
      <p:sp>
        <p:nvSpPr>
          <p:cNvPr id="5" name="フッター プレースホルダー 4">
            <a:extLst>
              <a:ext uri="{FF2B5EF4-FFF2-40B4-BE49-F238E27FC236}">
                <a16:creationId xmlns:a16="http://schemas.microsoft.com/office/drawing/2014/main" id="{C45DAF90-59A8-BFE6-F312-F2A9E0ED3DC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C0FAC90-2D64-BF3C-0FDF-ED5271ABF443}"/>
              </a:ext>
            </a:extLst>
          </p:cNvPr>
          <p:cNvSpPr>
            <a:spLocks noGrp="1"/>
          </p:cNvSpPr>
          <p:nvPr>
            <p:ph type="sldNum" sz="quarter" idx="12"/>
          </p:nvPr>
        </p:nvSpPr>
        <p:spPr/>
        <p:txBody>
          <a:bodyPr/>
          <a:lstStyle/>
          <a:p>
            <a:fld id="{D504CAD4-9D8A-4F48-8B48-0754BD322F7C}" type="slidenum">
              <a:rPr kumimoji="1" lang="ja-JP" altLang="en-US" smtClean="0"/>
              <a:t>‹#›</a:t>
            </a:fld>
            <a:endParaRPr kumimoji="1" lang="ja-JP" altLang="en-US"/>
          </a:p>
        </p:txBody>
      </p:sp>
    </p:spTree>
    <p:extLst>
      <p:ext uri="{BB962C8B-B14F-4D97-AF65-F5344CB8AC3E}">
        <p14:creationId xmlns:p14="http://schemas.microsoft.com/office/powerpoint/2010/main" val="26749592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2225D67A-B9C1-3576-84E4-1CF78B5CF29D}"/>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24DABC5-F3EC-AB0F-A67B-7B4E46B7A3A5}"/>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880395C-11A0-FA78-2395-972DA387A2E7}"/>
              </a:ext>
            </a:extLst>
          </p:cNvPr>
          <p:cNvSpPr>
            <a:spLocks noGrp="1"/>
          </p:cNvSpPr>
          <p:nvPr>
            <p:ph type="dt" sz="half" idx="10"/>
          </p:nvPr>
        </p:nvSpPr>
        <p:spPr/>
        <p:txBody>
          <a:bodyPr/>
          <a:lstStyle/>
          <a:p>
            <a:fld id="{59121A47-B0B9-4888-BD33-4056172F0E4E}" type="datetimeFigureOut">
              <a:rPr kumimoji="1" lang="ja-JP" altLang="en-US" smtClean="0"/>
              <a:t>2026/2/28</a:t>
            </a:fld>
            <a:endParaRPr kumimoji="1" lang="ja-JP" altLang="en-US"/>
          </a:p>
        </p:txBody>
      </p:sp>
      <p:sp>
        <p:nvSpPr>
          <p:cNvPr id="5" name="フッター プレースホルダー 4">
            <a:extLst>
              <a:ext uri="{FF2B5EF4-FFF2-40B4-BE49-F238E27FC236}">
                <a16:creationId xmlns:a16="http://schemas.microsoft.com/office/drawing/2014/main" id="{7A6D8656-B113-0814-56F9-EA8E1BD9F30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7AD3414-7AA4-DE9C-BD95-279F5C04BFEE}"/>
              </a:ext>
            </a:extLst>
          </p:cNvPr>
          <p:cNvSpPr>
            <a:spLocks noGrp="1"/>
          </p:cNvSpPr>
          <p:nvPr>
            <p:ph type="sldNum" sz="quarter" idx="12"/>
          </p:nvPr>
        </p:nvSpPr>
        <p:spPr/>
        <p:txBody>
          <a:bodyPr/>
          <a:lstStyle/>
          <a:p>
            <a:fld id="{D504CAD4-9D8A-4F48-8B48-0754BD322F7C}" type="slidenum">
              <a:rPr kumimoji="1" lang="ja-JP" altLang="en-US" smtClean="0"/>
              <a:t>‹#›</a:t>
            </a:fld>
            <a:endParaRPr kumimoji="1" lang="ja-JP" altLang="en-US"/>
          </a:p>
        </p:txBody>
      </p:sp>
    </p:spTree>
    <p:extLst>
      <p:ext uri="{BB962C8B-B14F-4D97-AF65-F5344CB8AC3E}">
        <p14:creationId xmlns:p14="http://schemas.microsoft.com/office/powerpoint/2010/main" val="42335984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02EB2161-EE66-2026-6E40-07CE5C4339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A7BF040-A9A5-B982-AB04-57561E3CC9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F20DDCE-5369-5BD2-619A-FE5B77FA7CB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9121A47-B0B9-4888-BD33-4056172F0E4E}" type="datetimeFigureOut">
              <a:rPr kumimoji="1" lang="ja-JP" altLang="en-US" smtClean="0"/>
              <a:t>2026/2/28</a:t>
            </a:fld>
            <a:endParaRPr kumimoji="1" lang="ja-JP" altLang="en-US"/>
          </a:p>
        </p:txBody>
      </p:sp>
      <p:sp>
        <p:nvSpPr>
          <p:cNvPr id="5" name="フッター プレースホルダー 4">
            <a:extLst>
              <a:ext uri="{FF2B5EF4-FFF2-40B4-BE49-F238E27FC236}">
                <a16:creationId xmlns:a16="http://schemas.microsoft.com/office/drawing/2014/main" id="{4CFF71D8-D0F8-5B75-7D2C-3D1B1AA9A1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5032AB9D-0549-A259-3182-E28C6BD6968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504CAD4-9D8A-4F48-8B48-0754BD322F7C}" type="slidenum">
              <a:rPr kumimoji="1" lang="ja-JP" altLang="en-US" smtClean="0"/>
              <a:t>‹#›</a:t>
            </a:fld>
            <a:endParaRPr kumimoji="1" lang="ja-JP" altLang="en-US"/>
          </a:p>
        </p:txBody>
      </p:sp>
    </p:spTree>
    <p:extLst>
      <p:ext uri="{BB962C8B-B14F-4D97-AF65-F5344CB8AC3E}">
        <p14:creationId xmlns:p14="http://schemas.microsoft.com/office/powerpoint/2010/main" val="25923084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5A75926A-E073-E129-EDF4-E60C88FA5F02}"/>
              </a:ext>
            </a:extLst>
          </p:cNvPr>
          <p:cNvPicPr>
            <a:picLocks noChangeAspect="1"/>
          </p:cNvPicPr>
          <p:nvPr/>
        </p:nvPicPr>
        <p:blipFill>
          <a:blip r:embed="rId2"/>
          <a:stretch>
            <a:fillRect/>
          </a:stretch>
        </p:blipFill>
        <p:spPr>
          <a:xfrm>
            <a:off x="83129" y="448736"/>
            <a:ext cx="9503064" cy="6335376"/>
          </a:xfrm>
          <a:prstGeom prst="rect">
            <a:avLst/>
          </a:prstGeom>
        </p:spPr>
      </p:pic>
      <p:sp>
        <p:nvSpPr>
          <p:cNvPr id="8" name="テキスト ボックス 7">
            <a:extLst>
              <a:ext uri="{FF2B5EF4-FFF2-40B4-BE49-F238E27FC236}">
                <a16:creationId xmlns:a16="http://schemas.microsoft.com/office/drawing/2014/main" id="{6AD37ADE-6983-9BC1-9206-81FD80BAC902}"/>
              </a:ext>
            </a:extLst>
          </p:cNvPr>
          <p:cNvSpPr txBox="1"/>
          <p:nvPr/>
        </p:nvSpPr>
        <p:spPr>
          <a:xfrm>
            <a:off x="0" y="-31558"/>
            <a:ext cx="12192000" cy="461665"/>
          </a:xfrm>
          <a:prstGeom prst="rect">
            <a:avLst/>
          </a:prstGeom>
          <a:noFill/>
        </p:spPr>
        <p:txBody>
          <a:bodyPr wrap="square">
            <a:spAutoFit/>
          </a:bodyPr>
          <a:lstStyle/>
          <a:p>
            <a:pPr algn="ctr"/>
            <a:r>
              <a:rPr lang="ja-JP" altLang="en-US" sz="2400" b="1" i="0" dirty="0">
                <a:solidFill>
                  <a:srgbClr val="000000"/>
                </a:solidFill>
                <a:effectLst/>
                <a:latin typeface="BIZ UDP明朝 Medium" panose="02020500000000000000" pitchFamily="18" charset="-128"/>
                <a:ea typeface="BIZ UDP明朝 Medium" panose="02020500000000000000" pitchFamily="18" charset="-128"/>
              </a:rPr>
              <a:t>アフガン＝パキスタン戦争の元凶は「</a:t>
            </a:r>
            <a:r>
              <a:rPr lang="en-US" altLang="ja-JP" sz="2400" b="1" i="0" dirty="0">
                <a:solidFill>
                  <a:srgbClr val="000000"/>
                </a:solidFill>
                <a:effectLst/>
                <a:latin typeface="BIZ UDP明朝 Medium" panose="02020500000000000000" pitchFamily="18" charset="-128"/>
                <a:ea typeface="BIZ UDP明朝 Medium" panose="02020500000000000000" pitchFamily="18" charset="-128"/>
              </a:rPr>
              <a:t>The Durand Line</a:t>
            </a:r>
            <a:r>
              <a:rPr lang="ja-JP" altLang="en-US" sz="2400" b="1" i="0" dirty="0">
                <a:solidFill>
                  <a:srgbClr val="000000"/>
                </a:solidFill>
                <a:effectLst/>
                <a:latin typeface="BIZ UDP明朝 Medium" panose="02020500000000000000" pitchFamily="18" charset="-128"/>
                <a:ea typeface="BIZ UDP明朝 Medium" panose="02020500000000000000" pitchFamily="18" charset="-128"/>
              </a:rPr>
              <a:t>」</a:t>
            </a:r>
            <a:endParaRPr lang="ja-JP" altLang="en-US" sz="2400" b="1" dirty="0">
              <a:latin typeface="BIZ UDP明朝 Medium" panose="02020500000000000000" pitchFamily="18" charset="-128"/>
              <a:ea typeface="BIZ UDP明朝 Medium" panose="02020500000000000000" pitchFamily="18" charset="-128"/>
            </a:endParaRPr>
          </a:p>
        </p:txBody>
      </p:sp>
      <p:sp>
        <p:nvSpPr>
          <p:cNvPr id="10" name="テキスト ボックス 9">
            <a:extLst>
              <a:ext uri="{FF2B5EF4-FFF2-40B4-BE49-F238E27FC236}">
                <a16:creationId xmlns:a16="http://schemas.microsoft.com/office/drawing/2014/main" id="{04D899CF-3380-BC92-7352-7F0015F5C91E}"/>
              </a:ext>
            </a:extLst>
          </p:cNvPr>
          <p:cNvSpPr txBox="1"/>
          <p:nvPr/>
        </p:nvSpPr>
        <p:spPr>
          <a:xfrm>
            <a:off x="9586193" y="545604"/>
            <a:ext cx="2522678" cy="5816977"/>
          </a:xfrm>
          <a:prstGeom prst="rect">
            <a:avLst/>
          </a:prstGeom>
          <a:noFill/>
        </p:spPr>
        <p:txBody>
          <a:bodyPr wrap="square">
            <a:spAutoFit/>
          </a:bodyPr>
          <a:lstStyle/>
          <a:p>
            <a:r>
              <a:rPr lang="en-US" altLang="ja-JP" sz="1200" b="0" i="0" dirty="0">
                <a:solidFill>
                  <a:srgbClr val="000000"/>
                </a:solidFill>
                <a:effectLst/>
                <a:latin typeface="BIZ UDP明朝 Medium" panose="02020500000000000000" pitchFamily="18" charset="-128"/>
                <a:ea typeface="BIZ UDP明朝 Medium" panose="02020500000000000000" pitchFamily="18" charset="-128"/>
              </a:rPr>
              <a:t>Durand Line</a:t>
            </a:r>
            <a:r>
              <a:rPr lang="ja-JP" altLang="en-US" sz="1200" b="0" i="0" dirty="0">
                <a:solidFill>
                  <a:srgbClr val="000000"/>
                </a:solidFill>
                <a:effectLst/>
                <a:latin typeface="BIZ UDP明朝 Medium" panose="02020500000000000000" pitchFamily="18" charset="-128"/>
                <a:ea typeface="BIZ UDP明朝 Medium" panose="02020500000000000000" pitchFamily="18" charset="-128"/>
              </a:rPr>
              <a:t>は、英国がロシア帝国と「グレートゲーム」を演じていた時代に設定されたアフガニスタンとパキスタンを結ぶ全長</a:t>
            </a:r>
            <a:r>
              <a:rPr lang="en-US" altLang="ja-JP" sz="1200" b="0" i="0" dirty="0">
                <a:solidFill>
                  <a:srgbClr val="000000"/>
                </a:solidFill>
                <a:effectLst/>
                <a:latin typeface="BIZ UDP明朝 Medium" panose="02020500000000000000" pitchFamily="18" charset="-128"/>
                <a:ea typeface="BIZ UDP明朝 Medium" panose="02020500000000000000" pitchFamily="18" charset="-128"/>
              </a:rPr>
              <a:t>2,611</a:t>
            </a:r>
            <a:r>
              <a:rPr lang="ja-JP" altLang="en-US" sz="1200" b="0" i="0" dirty="0">
                <a:solidFill>
                  <a:srgbClr val="000000"/>
                </a:solidFill>
                <a:effectLst/>
                <a:latin typeface="BIZ UDP明朝 Medium" panose="02020500000000000000" pitchFamily="18" charset="-128"/>
                <a:ea typeface="BIZ UDP明朝 Medium" panose="02020500000000000000" pitchFamily="18" charset="-128"/>
              </a:rPr>
              <a:t>キロメートルの国境線。</a:t>
            </a:r>
            <a:endParaRPr lang="en-US" altLang="ja-JP" sz="1200" b="0" i="0" dirty="0">
              <a:solidFill>
                <a:srgbClr val="000000"/>
              </a:solidFill>
              <a:effectLst/>
              <a:latin typeface="BIZ UDP明朝 Medium" panose="02020500000000000000" pitchFamily="18" charset="-128"/>
              <a:ea typeface="BIZ UDP明朝 Medium" panose="02020500000000000000" pitchFamily="18" charset="-128"/>
            </a:endParaRPr>
          </a:p>
          <a:p>
            <a:r>
              <a:rPr lang="ja-JP" altLang="en-US" sz="1200" dirty="0">
                <a:solidFill>
                  <a:srgbClr val="000000"/>
                </a:solidFill>
                <a:latin typeface="BIZ UDP明朝 Medium" panose="02020500000000000000" pitchFamily="18" charset="-128"/>
                <a:ea typeface="BIZ UDP明朝 Medium" panose="02020500000000000000" pitchFamily="18" charset="-128"/>
              </a:rPr>
              <a:t>この</a:t>
            </a:r>
            <a:r>
              <a:rPr lang="ja-JP" altLang="en-US" sz="1200" b="0" i="0" dirty="0">
                <a:solidFill>
                  <a:srgbClr val="000000"/>
                </a:solidFill>
                <a:effectLst/>
                <a:latin typeface="BIZ UDP明朝 Medium" panose="02020500000000000000" pitchFamily="18" charset="-128"/>
                <a:ea typeface="BIZ UDP明朝 Medium" panose="02020500000000000000" pitchFamily="18" charset="-128"/>
              </a:rPr>
              <a:t>デュランド線は、</a:t>
            </a:r>
            <a:r>
              <a:rPr lang="en-US" altLang="ja-JP" sz="1200" b="0" i="0" dirty="0">
                <a:solidFill>
                  <a:srgbClr val="000000"/>
                </a:solidFill>
                <a:effectLst/>
                <a:latin typeface="BIZ UDP明朝 Medium" panose="02020500000000000000" pitchFamily="18" charset="-128"/>
                <a:ea typeface="BIZ UDP明朝 Medium" panose="02020500000000000000" pitchFamily="18" charset="-128"/>
              </a:rPr>
              <a:t>1893</a:t>
            </a:r>
            <a:r>
              <a:rPr lang="ja-JP" altLang="en-US" sz="1200" b="0" i="0" dirty="0">
                <a:solidFill>
                  <a:srgbClr val="000000"/>
                </a:solidFill>
                <a:effectLst/>
                <a:latin typeface="BIZ UDP明朝 Medium" panose="02020500000000000000" pitchFamily="18" charset="-128"/>
                <a:ea typeface="BIZ UDP明朝 Medium" panose="02020500000000000000" pitchFamily="18" charset="-128"/>
              </a:rPr>
              <a:t>年に設置され、常に争点となってきた。英領インドの外務大臣、ヘンリー・モーティマー・デュランド卿にちなんで名付けられた。</a:t>
            </a:r>
            <a:endParaRPr lang="en-US" altLang="ja-JP" sz="1200" b="0" i="0" dirty="0">
              <a:solidFill>
                <a:srgbClr val="000000"/>
              </a:solidFill>
              <a:effectLst/>
              <a:latin typeface="BIZ UDP明朝 Medium" panose="02020500000000000000" pitchFamily="18" charset="-128"/>
              <a:ea typeface="BIZ UDP明朝 Medium" panose="02020500000000000000" pitchFamily="18" charset="-128"/>
            </a:endParaRPr>
          </a:p>
          <a:p>
            <a:endParaRPr lang="en-US" altLang="ja-JP" sz="1200" dirty="0">
              <a:solidFill>
                <a:srgbClr val="000000"/>
              </a:solidFill>
              <a:latin typeface="BIZ UDP明朝 Medium" panose="02020500000000000000" pitchFamily="18" charset="-128"/>
              <a:ea typeface="BIZ UDP明朝 Medium" panose="02020500000000000000" pitchFamily="18" charset="-128"/>
            </a:endParaRPr>
          </a:p>
          <a:p>
            <a:r>
              <a:rPr lang="en-US" altLang="ja-JP" sz="1200" b="0" i="0" dirty="0">
                <a:solidFill>
                  <a:srgbClr val="000000"/>
                </a:solidFill>
                <a:effectLst/>
                <a:latin typeface="BIZ UDP明朝 Medium" panose="02020500000000000000" pitchFamily="18" charset="-128"/>
                <a:ea typeface="BIZ UDP明朝 Medium" panose="02020500000000000000" pitchFamily="18" charset="-128"/>
              </a:rPr>
              <a:t>Durand Line</a:t>
            </a:r>
            <a:r>
              <a:rPr lang="ja-JP" altLang="en-US" sz="1200" b="0" i="0" dirty="0">
                <a:solidFill>
                  <a:srgbClr val="000000"/>
                </a:solidFill>
                <a:effectLst/>
                <a:latin typeface="BIZ UDP明朝 Medium" panose="02020500000000000000" pitchFamily="18" charset="-128"/>
                <a:ea typeface="BIZ UDP明朝 Medium" panose="02020500000000000000" pitchFamily="18" charset="-128"/>
              </a:rPr>
              <a:t>は、英帝国とアフガニスタンの勢力圏を定め、ロシアの南下阻止線として、アフガニスタンのアブドゥル・ラーマン・カーン首長との交渉で設定された。</a:t>
            </a:r>
            <a:endParaRPr lang="en-US" altLang="ja-JP" sz="1200" b="0" i="0" dirty="0">
              <a:solidFill>
                <a:srgbClr val="000000"/>
              </a:solidFill>
              <a:effectLst/>
              <a:latin typeface="BIZ UDP明朝 Medium" panose="02020500000000000000" pitchFamily="18" charset="-128"/>
              <a:ea typeface="BIZ UDP明朝 Medium" panose="02020500000000000000" pitchFamily="18" charset="-128"/>
            </a:endParaRPr>
          </a:p>
          <a:p>
            <a:endParaRPr lang="en-US" altLang="ja-JP" sz="1200" dirty="0">
              <a:solidFill>
                <a:srgbClr val="000000"/>
              </a:solidFill>
              <a:latin typeface="BIZ UDP明朝 Medium" panose="02020500000000000000" pitchFamily="18" charset="-128"/>
              <a:ea typeface="BIZ UDP明朝 Medium" panose="02020500000000000000" pitchFamily="18" charset="-128"/>
            </a:endParaRPr>
          </a:p>
          <a:p>
            <a:r>
              <a:rPr lang="ja-JP" altLang="en-US" sz="1200" b="0" i="0" dirty="0">
                <a:solidFill>
                  <a:srgbClr val="000000"/>
                </a:solidFill>
                <a:effectLst/>
                <a:latin typeface="BIZ UDP明朝 Medium" panose="02020500000000000000" pitchFamily="18" charset="-128"/>
                <a:ea typeface="BIZ UDP明朝 Medium" panose="02020500000000000000" pitchFamily="18" charset="-128"/>
              </a:rPr>
              <a:t>この境界線はパシュトゥーン人の部族の土地を分断し、今日まで続く民族的・文化的分裂を生み出している。この地域の主要民族であるパシュトゥーン人は、コミュニティの分裂に直面し、不満と統一された「パシュトゥーンスタン」の独立を指向している。</a:t>
            </a:r>
            <a:endParaRPr lang="en-US" altLang="ja-JP" sz="1200" b="0" i="0" dirty="0">
              <a:solidFill>
                <a:srgbClr val="000000"/>
              </a:solidFill>
              <a:effectLst/>
              <a:latin typeface="BIZ UDP明朝 Medium" panose="02020500000000000000" pitchFamily="18" charset="-128"/>
              <a:ea typeface="BIZ UDP明朝 Medium" panose="02020500000000000000" pitchFamily="18" charset="-128"/>
            </a:endParaRPr>
          </a:p>
          <a:p>
            <a:endParaRPr lang="en-US" altLang="ja-JP" sz="1200" dirty="0">
              <a:latin typeface="BIZ UDP明朝 Medium" panose="02020500000000000000" pitchFamily="18" charset="-128"/>
              <a:ea typeface="BIZ UDP明朝 Medium" panose="02020500000000000000" pitchFamily="18" charset="-128"/>
            </a:endParaRPr>
          </a:p>
          <a:p>
            <a:r>
              <a:rPr lang="ja-JP" altLang="en-US" sz="1200" dirty="0">
                <a:latin typeface="BIZ UDP明朝 Medium" panose="02020500000000000000" pitchFamily="18" charset="-128"/>
                <a:ea typeface="BIZ UDP明朝 Medium" panose="02020500000000000000" pitchFamily="18" charset="-128"/>
              </a:rPr>
              <a:t>この地域には、反イランの武装勢力やインドの支援を受けた反パキスタン勢力がひしめき合う、非統治地域であり、今回の紛争は長引くと推測する識者が多い。</a:t>
            </a:r>
          </a:p>
        </p:txBody>
      </p:sp>
    </p:spTree>
    <p:extLst>
      <p:ext uri="{BB962C8B-B14F-4D97-AF65-F5344CB8AC3E}">
        <p14:creationId xmlns:p14="http://schemas.microsoft.com/office/powerpoint/2010/main" val="38439379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8B12C-C7F4-B057-95B3-8649A2FF1FE1}"/>
            </a:ext>
          </a:extLst>
        </p:cNvPr>
        <p:cNvGrpSpPr/>
        <p:nvPr/>
      </p:nvGrpSpPr>
      <p:grpSpPr>
        <a:xfrm>
          <a:off x="0" y="0"/>
          <a:ext cx="0" cy="0"/>
          <a:chOff x="0" y="0"/>
          <a:chExt cx="0" cy="0"/>
        </a:xfrm>
      </p:grpSpPr>
      <p:pic>
        <p:nvPicPr>
          <p:cNvPr id="1026" name="Picture 2" descr="ガザブ・リル・ハク作戦">
            <a:extLst>
              <a:ext uri="{FF2B5EF4-FFF2-40B4-BE49-F238E27FC236}">
                <a16:creationId xmlns:a16="http://schemas.microsoft.com/office/drawing/2014/main" id="{63FAB849-77CC-2A59-926A-4853D77310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6100" y="0"/>
            <a:ext cx="855821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353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DDE43-4597-4940-21EF-0F53C4B172C4}"/>
            </a:ext>
          </a:extLst>
        </p:cNvPr>
        <p:cNvGrpSpPr/>
        <p:nvPr/>
      </p:nvGrpSpPr>
      <p:grpSpPr>
        <a:xfrm>
          <a:off x="0" y="0"/>
          <a:ext cx="0" cy="0"/>
          <a:chOff x="0" y="0"/>
          <a:chExt cx="0" cy="0"/>
        </a:xfrm>
      </p:grpSpPr>
      <p:pic>
        <p:nvPicPr>
          <p:cNvPr id="2" name="図 1">
            <a:extLst>
              <a:ext uri="{FF2B5EF4-FFF2-40B4-BE49-F238E27FC236}">
                <a16:creationId xmlns:a16="http://schemas.microsoft.com/office/drawing/2014/main" id="{EBFB669E-C4A5-02B5-8B48-F77AC8CB40DA}"/>
              </a:ext>
            </a:extLst>
          </p:cNvPr>
          <p:cNvPicPr>
            <a:picLocks noChangeAspect="1"/>
          </p:cNvPicPr>
          <p:nvPr/>
        </p:nvPicPr>
        <p:blipFill>
          <a:blip r:embed="rId2"/>
          <a:stretch>
            <a:fillRect/>
          </a:stretch>
        </p:blipFill>
        <p:spPr>
          <a:xfrm>
            <a:off x="286327" y="187861"/>
            <a:ext cx="11739418" cy="6408530"/>
          </a:xfrm>
          <a:prstGeom prst="rect">
            <a:avLst/>
          </a:prstGeom>
        </p:spPr>
      </p:pic>
      <p:sp>
        <p:nvSpPr>
          <p:cNvPr id="4" name="テキスト ボックス 3">
            <a:extLst>
              <a:ext uri="{FF2B5EF4-FFF2-40B4-BE49-F238E27FC236}">
                <a16:creationId xmlns:a16="http://schemas.microsoft.com/office/drawing/2014/main" id="{A259053E-B4D1-C866-1612-244383513AA6}"/>
              </a:ext>
            </a:extLst>
          </p:cNvPr>
          <p:cNvSpPr txBox="1"/>
          <p:nvPr/>
        </p:nvSpPr>
        <p:spPr>
          <a:xfrm>
            <a:off x="2465297" y="6596390"/>
            <a:ext cx="9043211" cy="261610"/>
          </a:xfrm>
          <a:prstGeom prst="rect">
            <a:avLst/>
          </a:prstGeom>
          <a:noFill/>
        </p:spPr>
        <p:txBody>
          <a:bodyPr wrap="square">
            <a:spAutoFit/>
          </a:bodyPr>
          <a:lstStyle/>
          <a:p>
            <a:r>
              <a:rPr lang="en-US" altLang="ja-JP" sz="1100" b="1" dirty="0">
                <a:latin typeface="BIZ UDP明朝 Medium" panose="02020500000000000000" pitchFamily="18" charset="-128"/>
                <a:ea typeface="BIZ UDP明朝 Medium" panose="02020500000000000000" pitchFamily="18" charset="-128"/>
              </a:rPr>
              <a:t>https://www.globalsecurity.org/military/world/war/images/pak-afghan-20260226-gemini-image01.jpg</a:t>
            </a:r>
            <a:endParaRPr lang="ja-JP" altLang="en-US" sz="1100" b="1" dirty="0">
              <a:latin typeface="BIZ UDP明朝 Medium" panose="02020500000000000000" pitchFamily="18" charset="-128"/>
              <a:ea typeface="BIZ UDP明朝 Medium" panose="02020500000000000000" pitchFamily="18" charset="-128"/>
            </a:endParaRPr>
          </a:p>
        </p:txBody>
      </p:sp>
    </p:spTree>
    <p:extLst>
      <p:ext uri="{BB962C8B-B14F-4D97-AF65-F5344CB8AC3E}">
        <p14:creationId xmlns:p14="http://schemas.microsoft.com/office/powerpoint/2010/main" val="15801452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7C10F-A447-3975-C670-0DFF812B810B}"/>
            </a:ext>
          </a:extLst>
        </p:cNvPr>
        <p:cNvGrpSpPr/>
        <p:nvPr/>
      </p:nvGrpSpPr>
      <p:grpSpPr>
        <a:xfrm>
          <a:off x="0" y="0"/>
          <a:ext cx="0" cy="0"/>
          <a:chOff x="0" y="0"/>
          <a:chExt cx="0" cy="0"/>
        </a:xfrm>
      </p:grpSpPr>
      <p:pic>
        <p:nvPicPr>
          <p:cNvPr id="1026" name="Picture 2" descr="パキスタンってどんな国？パート２［破天荒過ぎるパキスタン起業］">
            <a:extLst>
              <a:ext uri="{FF2B5EF4-FFF2-40B4-BE49-F238E27FC236}">
                <a16:creationId xmlns:a16="http://schemas.microsoft.com/office/drawing/2014/main" id="{79FC2517-0B21-F977-A052-E397C504F0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77088"/>
            <a:ext cx="9206693" cy="6140864"/>
          </a:xfrm>
          <a:prstGeom prst="rect">
            <a:avLst/>
          </a:prstGeom>
          <a:noFill/>
          <a:extLst>
            <a:ext uri="{909E8E84-426E-40DD-AFC4-6F175D3DCCD1}">
              <a14:hiddenFill xmlns:a14="http://schemas.microsoft.com/office/drawing/2010/main">
                <a:solidFill>
                  <a:srgbClr val="FFFFFF"/>
                </a:solidFill>
              </a14:hiddenFill>
            </a:ext>
          </a:extLst>
        </p:spPr>
      </p:pic>
      <p:sp>
        <p:nvSpPr>
          <p:cNvPr id="4" name="正方形/長方形 3">
            <a:extLst>
              <a:ext uri="{FF2B5EF4-FFF2-40B4-BE49-F238E27FC236}">
                <a16:creationId xmlns:a16="http://schemas.microsoft.com/office/drawing/2014/main" id="{7DC9C18C-BCFC-E2FC-1249-7702E6D6DE94}"/>
              </a:ext>
            </a:extLst>
          </p:cNvPr>
          <p:cNvSpPr/>
          <p:nvPr/>
        </p:nvSpPr>
        <p:spPr>
          <a:xfrm>
            <a:off x="0" y="-12355"/>
            <a:ext cx="12192000" cy="46785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latin typeface="BIZ UDPゴシック" panose="020B0400000000000000" pitchFamily="50" charset="-128"/>
                <a:ea typeface="BIZ UDPゴシック" panose="020B0400000000000000" pitchFamily="50" charset="-128"/>
              </a:rPr>
              <a:t>パキスタン連邦直轄部族地域へのドローン攻撃</a:t>
            </a:r>
          </a:p>
        </p:txBody>
      </p:sp>
      <p:sp>
        <p:nvSpPr>
          <p:cNvPr id="12" name="テキスト ボックス 11">
            <a:extLst>
              <a:ext uri="{FF2B5EF4-FFF2-40B4-BE49-F238E27FC236}">
                <a16:creationId xmlns:a16="http://schemas.microsoft.com/office/drawing/2014/main" id="{E7C31E9A-5EB8-03C8-67C1-00F6E223E2F0}"/>
              </a:ext>
            </a:extLst>
          </p:cNvPr>
          <p:cNvSpPr txBox="1"/>
          <p:nvPr/>
        </p:nvSpPr>
        <p:spPr>
          <a:xfrm>
            <a:off x="0" y="6581001"/>
            <a:ext cx="12192000" cy="276999"/>
          </a:xfrm>
          <a:prstGeom prst="rect">
            <a:avLst/>
          </a:prstGeom>
          <a:solidFill>
            <a:srgbClr val="C00000"/>
          </a:solidFill>
          <a:ln>
            <a:noFill/>
          </a:ln>
        </p:spPr>
        <p:txBody>
          <a:bodyPr wrap="square" rtlCol="0">
            <a:spAutoFit/>
          </a:bodyPr>
          <a:lstStyle/>
          <a:p>
            <a:pPr algn="ctr"/>
            <a:endParaRPr kumimoji="1" lang="ja-JP" altLang="en-US" sz="1200" b="1" dirty="0">
              <a:solidFill>
                <a:schemeClr val="bg1"/>
              </a:solidFill>
              <a:latin typeface="BIZ UDゴシック" panose="020B0400000000000000" pitchFamily="49" charset="-128"/>
              <a:ea typeface="BIZ UDゴシック" panose="020B0400000000000000" pitchFamily="49" charset="-128"/>
            </a:endParaRPr>
          </a:p>
        </p:txBody>
      </p:sp>
      <p:sp>
        <p:nvSpPr>
          <p:cNvPr id="5" name="テキスト ボックス 4">
            <a:extLst>
              <a:ext uri="{FF2B5EF4-FFF2-40B4-BE49-F238E27FC236}">
                <a16:creationId xmlns:a16="http://schemas.microsoft.com/office/drawing/2014/main" id="{834BC66B-26F2-5DE8-222A-09856F967D90}"/>
              </a:ext>
            </a:extLst>
          </p:cNvPr>
          <p:cNvSpPr txBox="1"/>
          <p:nvPr/>
        </p:nvSpPr>
        <p:spPr>
          <a:xfrm>
            <a:off x="-69273" y="6559416"/>
            <a:ext cx="12191999" cy="338554"/>
          </a:xfrm>
          <a:prstGeom prst="rect">
            <a:avLst/>
          </a:prstGeom>
          <a:noFill/>
        </p:spPr>
        <p:txBody>
          <a:bodyPr wrap="square">
            <a:spAutoFit/>
          </a:bodyPr>
          <a:lstStyle/>
          <a:p>
            <a:pPr algn="ctr"/>
            <a:r>
              <a:rPr lang="ja-JP" altLang="en-US" sz="1600" b="1" dirty="0">
                <a:solidFill>
                  <a:schemeClr val="bg1"/>
                </a:solidFill>
                <a:latin typeface="BIZ UDP明朝 Medium" panose="02020500000000000000" pitchFamily="18" charset="-128"/>
                <a:ea typeface="BIZ UDP明朝 Medium" panose="02020500000000000000" pitchFamily="18" charset="-128"/>
              </a:rPr>
              <a:t>（出典：</a:t>
            </a:r>
            <a:r>
              <a:rPr lang="en-US" altLang="ja-JP" sz="1600" b="1" dirty="0" err="1">
                <a:solidFill>
                  <a:schemeClr val="bg1"/>
                </a:solidFill>
                <a:latin typeface="BIZ UDP明朝 Medium" panose="02020500000000000000" pitchFamily="18" charset="-128"/>
                <a:ea typeface="BIZ UDP明朝 Medium" panose="02020500000000000000" pitchFamily="18" charset="-128"/>
              </a:rPr>
              <a:t>Waizman</a:t>
            </a:r>
            <a:r>
              <a:rPr lang="en-US" altLang="ja-JP" sz="1600" b="1" dirty="0">
                <a:solidFill>
                  <a:schemeClr val="bg1"/>
                </a:solidFill>
                <a:latin typeface="BIZ UDP明朝 Medium" panose="02020500000000000000" pitchFamily="18" charset="-128"/>
                <a:ea typeface="BIZ UDP明朝 Medium" panose="02020500000000000000" pitchFamily="18" charset="-128"/>
              </a:rPr>
              <a:t> 2017</a:t>
            </a:r>
            <a:r>
              <a:rPr lang="ja-JP" altLang="en-US" sz="1600" b="1" dirty="0">
                <a:solidFill>
                  <a:schemeClr val="bg1"/>
                </a:solidFill>
                <a:latin typeface="BIZ UDP明朝 Medium" panose="02020500000000000000" pitchFamily="18" charset="-128"/>
                <a:ea typeface="BIZ UDP明朝 Medium" panose="02020500000000000000" pitchFamily="18" charset="-128"/>
              </a:rPr>
              <a:t>、</a:t>
            </a:r>
            <a:r>
              <a:rPr lang="en-US" altLang="ja-JP" sz="1600" b="1" dirty="0">
                <a:solidFill>
                  <a:schemeClr val="bg1"/>
                </a:solidFill>
                <a:latin typeface="BIZ UDP明朝 Medium" panose="02020500000000000000" pitchFamily="18" charset="-128"/>
                <a:ea typeface="BIZ UDP明朝 Medium" panose="02020500000000000000" pitchFamily="18" charset="-128"/>
              </a:rPr>
              <a:t>Forensic Architecture</a:t>
            </a:r>
            <a:r>
              <a:rPr lang="ja-JP" altLang="en-US" sz="1600" b="1" dirty="0">
                <a:solidFill>
                  <a:schemeClr val="bg1"/>
                </a:solidFill>
                <a:latin typeface="BIZ UDP明朝 Medium" panose="02020500000000000000" pitchFamily="18" charset="-128"/>
                <a:ea typeface="BIZ UDP明朝 Medium" panose="02020500000000000000" pitchFamily="18" charset="-128"/>
              </a:rPr>
              <a:t>：日本語版</a:t>
            </a:r>
            <a:r>
              <a:rPr lang="en-US" altLang="ja-JP" sz="1600" b="1" dirty="0">
                <a:solidFill>
                  <a:schemeClr val="bg1"/>
                </a:solidFill>
                <a:latin typeface="BIZ UDP明朝 Medium" panose="02020500000000000000" pitchFamily="18" charset="-128"/>
                <a:ea typeface="BIZ UDP明朝 Medium" panose="02020500000000000000" pitchFamily="18" charset="-128"/>
              </a:rPr>
              <a:t>2</a:t>
            </a:r>
            <a:r>
              <a:rPr lang="ja-JP" altLang="en-US" sz="1600" b="1" dirty="0">
                <a:solidFill>
                  <a:schemeClr val="bg1"/>
                </a:solidFill>
                <a:latin typeface="BIZ UDP明朝 Medium" panose="02020500000000000000" pitchFamily="18" charset="-128"/>
                <a:ea typeface="BIZ UDP明朝 Medium" panose="02020500000000000000" pitchFamily="18" charset="-128"/>
              </a:rPr>
              <a:t>１ページ）</a:t>
            </a:r>
          </a:p>
        </p:txBody>
      </p:sp>
      <p:pic>
        <p:nvPicPr>
          <p:cNvPr id="1028" name="Picture 4" descr="連邦直轄部族地域 - Wikipedia">
            <a:extLst>
              <a:ext uri="{FF2B5EF4-FFF2-40B4-BE49-F238E27FC236}">
                <a16:creationId xmlns:a16="http://schemas.microsoft.com/office/drawing/2014/main" id="{BA53EB85-F48C-DAB7-A093-DC1B4C3989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24500" y="2828925"/>
            <a:ext cx="1143000" cy="1200150"/>
          </a:xfrm>
          <a:prstGeom prst="rect">
            <a:avLst/>
          </a:prstGeom>
          <a:noFill/>
          <a:extLst>
            <a:ext uri="{909E8E84-426E-40DD-AFC4-6F175D3DCCD1}">
              <a14:hiddenFill xmlns:a14="http://schemas.microsoft.com/office/drawing/2010/main">
                <a:solidFill>
                  <a:srgbClr val="FFFFFF"/>
                </a:solidFill>
              </a14:hiddenFill>
            </a:ext>
          </a:extLst>
        </p:spPr>
      </p:pic>
      <p:pic>
        <p:nvPicPr>
          <p:cNvPr id="2" name="図 1">
            <a:extLst>
              <a:ext uri="{FF2B5EF4-FFF2-40B4-BE49-F238E27FC236}">
                <a16:creationId xmlns:a16="http://schemas.microsoft.com/office/drawing/2014/main" id="{78296D02-A3AE-26AF-1C4A-B1D2074EEBF8}"/>
              </a:ext>
            </a:extLst>
          </p:cNvPr>
          <p:cNvPicPr>
            <a:picLocks noChangeAspect="1"/>
          </p:cNvPicPr>
          <p:nvPr/>
        </p:nvPicPr>
        <p:blipFill>
          <a:blip r:embed="rId5"/>
          <a:stretch>
            <a:fillRect/>
          </a:stretch>
        </p:blipFill>
        <p:spPr>
          <a:xfrm>
            <a:off x="353971" y="3952673"/>
            <a:ext cx="1648223" cy="1730634"/>
          </a:xfrm>
          <a:prstGeom prst="rect">
            <a:avLst/>
          </a:prstGeom>
        </p:spPr>
      </p:pic>
      <p:sp>
        <p:nvSpPr>
          <p:cNvPr id="7" name="テキスト ボックス 6">
            <a:extLst>
              <a:ext uri="{FF2B5EF4-FFF2-40B4-BE49-F238E27FC236}">
                <a16:creationId xmlns:a16="http://schemas.microsoft.com/office/drawing/2014/main" id="{59682C75-0339-1542-05FE-7826A4685275}"/>
              </a:ext>
            </a:extLst>
          </p:cNvPr>
          <p:cNvSpPr txBox="1"/>
          <p:nvPr/>
        </p:nvSpPr>
        <p:spPr>
          <a:xfrm>
            <a:off x="7044612" y="477088"/>
            <a:ext cx="5078114" cy="830997"/>
          </a:xfrm>
          <a:prstGeom prst="rect">
            <a:avLst/>
          </a:prstGeom>
          <a:noFill/>
        </p:spPr>
        <p:txBody>
          <a:bodyPr wrap="square">
            <a:spAutoFit/>
          </a:bodyPr>
          <a:lstStyle/>
          <a:p>
            <a:r>
              <a:rPr lang="ja-JP" altLang="en-US" sz="1600" b="1" dirty="0">
                <a:latin typeface="BIZ UDP明朝 Medium" panose="02020500000000000000" pitchFamily="18" charset="-128"/>
                <a:ea typeface="BIZ UDP明朝 Medium" panose="02020500000000000000" pitchFamily="18" charset="-128"/>
              </a:rPr>
              <a:t>パキスタン北西部にかつて存在した自治地域である。英語名の頭文字をとった</a:t>
            </a:r>
            <a:r>
              <a:rPr lang="en-US" altLang="ja-JP" sz="1600" b="1" dirty="0">
                <a:latin typeface="BIZ UDP明朝 Medium" panose="02020500000000000000" pitchFamily="18" charset="-128"/>
                <a:ea typeface="BIZ UDP明朝 Medium" panose="02020500000000000000" pitchFamily="18" charset="-128"/>
              </a:rPr>
              <a:t>FATA</a:t>
            </a:r>
            <a:r>
              <a:rPr lang="ja-JP" altLang="en-US" sz="1600" b="1" dirty="0">
                <a:latin typeface="BIZ UDP明朝 Medium" panose="02020500000000000000" pitchFamily="18" charset="-128"/>
                <a:ea typeface="BIZ UDP明朝 Medium" panose="02020500000000000000" pitchFamily="18" charset="-128"/>
              </a:rPr>
              <a:t>や、単に　　</a:t>
            </a:r>
            <a:r>
              <a:rPr lang="ja-JP" altLang="en-US" sz="1600" b="1" dirty="0">
                <a:highlight>
                  <a:srgbClr val="FFFF00"/>
                </a:highlight>
                <a:latin typeface="BIZ UDP明朝 Medium" panose="02020500000000000000" pitchFamily="18" charset="-128"/>
                <a:ea typeface="BIZ UDP明朝 Medium" panose="02020500000000000000" pitchFamily="18" charset="-128"/>
              </a:rPr>
              <a:t>トライバルエリア</a:t>
            </a:r>
            <a:r>
              <a:rPr lang="ja-JP" altLang="en-US" sz="1600" b="1" dirty="0">
                <a:latin typeface="BIZ UDP明朝 Medium" panose="02020500000000000000" pitchFamily="18" charset="-128"/>
                <a:ea typeface="BIZ UDP明朝 Medium" panose="02020500000000000000" pitchFamily="18" charset="-128"/>
              </a:rPr>
              <a:t>と呼ばれる。</a:t>
            </a:r>
          </a:p>
        </p:txBody>
      </p:sp>
      <p:pic>
        <p:nvPicPr>
          <p:cNvPr id="8" name="図 7">
            <a:extLst>
              <a:ext uri="{FF2B5EF4-FFF2-40B4-BE49-F238E27FC236}">
                <a16:creationId xmlns:a16="http://schemas.microsoft.com/office/drawing/2014/main" id="{2E1733E2-9896-9A6D-66E2-2E362CDD4B02}"/>
              </a:ext>
            </a:extLst>
          </p:cNvPr>
          <p:cNvPicPr>
            <a:picLocks noChangeAspect="1"/>
          </p:cNvPicPr>
          <p:nvPr/>
        </p:nvPicPr>
        <p:blipFill>
          <a:blip r:embed="rId6"/>
          <a:stretch>
            <a:fillRect/>
          </a:stretch>
        </p:blipFill>
        <p:spPr>
          <a:xfrm>
            <a:off x="147049" y="1454163"/>
            <a:ext cx="2062065" cy="1373637"/>
          </a:xfrm>
          <a:prstGeom prst="rect">
            <a:avLst/>
          </a:prstGeom>
        </p:spPr>
      </p:pic>
      <p:pic>
        <p:nvPicPr>
          <p:cNvPr id="9" name="図 8">
            <a:extLst>
              <a:ext uri="{FF2B5EF4-FFF2-40B4-BE49-F238E27FC236}">
                <a16:creationId xmlns:a16="http://schemas.microsoft.com/office/drawing/2014/main" id="{42DBFDEC-34AD-ED0F-0777-F2988AA1DE26}"/>
              </a:ext>
            </a:extLst>
          </p:cNvPr>
          <p:cNvPicPr>
            <a:picLocks noChangeAspect="1"/>
          </p:cNvPicPr>
          <p:nvPr/>
        </p:nvPicPr>
        <p:blipFill>
          <a:blip r:embed="rId7"/>
          <a:stretch>
            <a:fillRect/>
          </a:stretch>
        </p:blipFill>
        <p:spPr>
          <a:xfrm>
            <a:off x="7469051" y="1365961"/>
            <a:ext cx="4183226" cy="5113994"/>
          </a:xfrm>
          <a:prstGeom prst="rect">
            <a:avLst/>
          </a:prstGeom>
        </p:spPr>
      </p:pic>
    </p:spTree>
    <p:extLst>
      <p:ext uri="{BB962C8B-B14F-4D97-AF65-F5344CB8AC3E}">
        <p14:creationId xmlns:p14="http://schemas.microsoft.com/office/powerpoint/2010/main" val="2612246995"/>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271</Words>
  <Application>Microsoft Office PowerPoint</Application>
  <PresentationFormat>ワイド画面</PresentationFormat>
  <Paragraphs>14</Paragraphs>
  <Slides>4</Slides>
  <Notes>1</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4</vt:i4>
      </vt:variant>
    </vt:vector>
  </HeadingPairs>
  <TitlesOfParts>
    <vt:vector size="11" baseType="lpstr">
      <vt:lpstr>BIZ UDPゴシック</vt:lpstr>
      <vt:lpstr>BIZ UDP明朝 Medium</vt:lpstr>
      <vt:lpstr>BIZ UDゴシック</vt: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Abe,YutakaTKZIM</dc:creator>
  <cp:lastModifiedBy>Abe,YutakaTKZIM</cp:lastModifiedBy>
  <cp:revision>1</cp:revision>
  <dcterms:created xsi:type="dcterms:W3CDTF">2026-02-28T11:12:13Z</dcterms:created>
  <dcterms:modified xsi:type="dcterms:W3CDTF">2026-02-28T11:26:07Z</dcterms:modified>
</cp:coreProperties>
</file>